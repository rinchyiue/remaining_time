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7" autoAdjust="0"/>
    <p:restoredTop sz="94660"/>
  </p:normalViewPr>
  <p:slideViewPr>
    <p:cSldViewPr snapToGrid="0">
      <p:cViewPr varScale="1">
        <p:scale>
          <a:sx n="68" d="100"/>
          <a:sy n="68" d="100"/>
        </p:scale>
        <p:origin x="3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862D-19F6-4870-A980-B5443F8B73AC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862FC-82FC-4518-B1B7-EC20E4FC6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912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62FC-82FC-4518-B1B7-EC20E4FC66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80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2CE3D-8E05-6F79-ABB7-94F231222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605AF-733C-7073-19C6-38DFCD56C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F12CB-1217-6840-BA73-D79A1B5F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76FD8-A11F-E7BB-337C-2D265A1E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54BA5-CCB2-EE6A-B1D4-8596721B6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7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A398-6F17-7116-88AB-7B51F61C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58706-0A43-CB6F-F3DC-E1C551973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49994-E662-23DD-8317-372022ED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C5A2A-955E-7343-CEB3-4C7B3A07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79501-E133-9E41-3FEB-6F9018715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8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C8DC0-4ECA-B751-B0ED-869B788A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89FE6-56D0-7F4D-4AB7-89E461F6E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D9EE1-4BEF-885D-7E32-24F9393E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DFFBC-F69E-CD38-AEC4-8CE8AAEE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3C6F9-C659-B882-2E79-2591707E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3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EE86-089E-498B-A2B0-93F058049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609BA-3438-FF4D-E51F-FEE9A24FC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DFF5C-0FCB-23FC-CB25-52EAD3D64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7632B-1B07-4172-81EF-1217FE19C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4BB5C-B6E7-40B1-9E22-AF719322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706CC-4300-E145-2750-5965C868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49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DF040-6042-C6AB-641A-39E2A61C3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469F9-8D48-5722-5AAA-4DD0D9433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6B79C-18CA-7D0F-08F2-068AE94C5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248A1-89D1-2ED4-D366-BEFF636F5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585D93-073A-9147-5A13-0A2F9F66A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0AE68-0164-174A-E372-7E6CD6FE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5A8AAA-F06F-0C7C-81AB-EE4832B3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C2BB57-3342-9F53-769C-A78348D1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F953-65D3-4406-9973-4DFF4248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2F5A1-02B3-3CCF-BE86-5253DECA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4B59C-DAD1-638D-9036-7DFE6A15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21F98-F93C-27E9-932F-217B4FCD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7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3DD69-41E4-77F1-7B4C-F4EA99FC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55525-9EDB-9AC5-390F-8F31B037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76565-A9E5-8D56-0897-70577A95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11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476BF-231A-4F1E-63F3-C66C4FB9E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9874F-3AD9-AB45-ECD8-2BBE673A6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C5BEF-B48E-4466-B082-95A79083B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50965-CCBA-EA8B-0B07-DAF48015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ADE74-1537-88AB-02EE-1A8E1EE9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9ECD-418C-A1DE-ACC9-BE613174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01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D88D-C209-2F3C-CDA9-355289F25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AD44E-F7A5-7A08-E8B7-6E02E78F6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D30AA-E3DB-DA6B-7D7E-7CF8BDF02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E6A06-1D9E-75BC-75C8-D589D4D4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EE49B-8E73-3777-8C37-D5939473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F6914-5475-E206-34AD-654E8B55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3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F1B97-D8B0-8B3E-AC0D-36B0992A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7050D-4EC1-2D3C-AC9F-5EF4AC976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5EB9F-7AA9-7AEF-61EE-20405B1A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CF8FC-2FB6-4027-BE2E-9E5575DA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E940C-575E-BB8C-D849-95609652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103DB-2DE6-9CEA-2FBC-A72E63D96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18641-2FEE-7929-E56F-A614FEDE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28178-7E22-A093-BC54-F70A28F32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BD5AF-2D80-2382-B747-441F6FFC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E6C8F-57E0-B185-0BC5-C5CB52B3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8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80F37E-3E2E-CA63-72D8-886116B7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7DDB2-2790-516B-0949-BE5995098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0CF36-40B5-A3A9-744B-772C858A8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17056-E010-4BC2-9FBB-4AAE0434D9DF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465C9-A05F-95DA-6583-FC20DA9C1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A7AEC-9B40-1145-DFDD-60D77C0BA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B9912-BC02-4300-A1E4-81F9524A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2B1D-EB76-3D56-41C9-C19825869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Group Meeting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766DD-5C35-38AE-A905-3545E2267B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18.05.2026</a:t>
            </a:r>
          </a:p>
        </p:txBody>
      </p:sp>
    </p:spTree>
    <p:extLst>
      <p:ext uri="{BB962C8B-B14F-4D97-AF65-F5344CB8AC3E}">
        <p14:creationId xmlns:p14="http://schemas.microsoft.com/office/powerpoint/2010/main" val="186296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6C5E-CDDB-6FF0-8C03-6B64894DF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E7C0D-6F2C-7FA5-A7E2-961E112FC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your code &amp; implementation idea</a:t>
            </a:r>
          </a:p>
          <a:p>
            <a:r>
              <a:rPr lang="en-US" dirty="0"/>
              <a:t>Find out a point of compromise</a:t>
            </a:r>
          </a:p>
          <a:p>
            <a:r>
              <a:rPr lang="en-US" dirty="0"/>
              <a:t>What to learn from the last sprint</a:t>
            </a:r>
          </a:p>
          <a:p>
            <a:r>
              <a:rPr lang="en-US" dirty="0"/>
              <a:t>What to do in the next sprint</a:t>
            </a:r>
          </a:p>
        </p:txBody>
      </p:sp>
    </p:spTree>
    <p:extLst>
      <p:ext uri="{BB962C8B-B14F-4D97-AF65-F5344CB8AC3E}">
        <p14:creationId xmlns:p14="http://schemas.microsoft.com/office/powerpoint/2010/main" val="327839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68D9-D0ED-B0F4-98A8-C49D55A4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089" y="2674693"/>
            <a:ext cx="10515600" cy="1325563"/>
          </a:xfrm>
        </p:spPr>
        <p:txBody>
          <a:bodyPr/>
          <a:lstStyle/>
          <a:p>
            <a:r>
              <a:rPr lang="en-US" dirty="0"/>
              <a:t>Explain your code &amp; implementation idea</a:t>
            </a:r>
          </a:p>
        </p:txBody>
      </p:sp>
    </p:spTree>
    <p:extLst>
      <p:ext uri="{BB962C8B-B14F-4D97-AF65-F5344CB8AC3E}">
        <p14:creationId xmlns:p14="http://schemas.microsoft.com/office/powerpoint/2010/main" val="2290136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BA65B-47AC-3B7B-7BE1-74E54BBC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can we do to enhance connection among code parts</a:t>
            </a:r>
          </a:p>
        </p:txBody>
      </p:sp>
    </p:spTree>
    <p:extLst>
      <p:ext uri="{BB962C8B-B14F-4D97-AF65-F5344CB8AC3E}">
        <p14:creationId xmlns:p14="http://schemas.microsoft.com/office/powerpoint/2010/main" val="3514050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2B13-4281-415E-4C26-76E12447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was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8F5A-B821-9934-48F3-C8583F3A7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started</a:t>
            </a:r>
          </a:p>
          <a:p>
            <a:r>
              <a:rPr lang="en-US" dirty="0"/>
              <a:t>Successfully used branches and merging functions in G</a:t>
            </a:r>
            <a:r>
              <a:rPr lang="en-US" altLang="zh-CN" dirty="0"/>
              <a:t>itHub</a:t>
            </a:r>
          </a:p>
          <a:p>
            <a:r>
              <a:rPr lang="en-US" dirty="0"/>
              <a:t>Get the assigned parts done</a:t>
            </a:r>
          </a:p>
        </p:txBody>
      </p:sp>
    </p:spTree>
    <p:extLst>
      <p:ext uri="{BB962C8B-B14F-4D97-AF65-F5344CB8AC3E}">
        <p14:creationId xmlns:p14="http://schemas.microsoft.com/office/powerpoint/2010/main" val="3721012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774A-2BF1-B8A3-54B1-A572708D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Places of improvement?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021FF-9708-C42E-4BF5-F2543F129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discussion / reports (e.g. </a:t>
            </a:r>
            <a:r>
              <a:rPr lang="en-US" altLang="zh-CN" dirty="0"/>
              <a:t>problems met / considerations</a:t>
            </a:r>
            <a:r>
              <a:rPr lang="en-US" dirty="0"/>
              <a:t>)</a:t>
            </a:r>
          </a:p>
          <a:p>
            <a:r>
              <a:rPr lang="en-US" dirty="0"/>
              <a:t>Set a deadline for separate parts</a:t>
            </a:r>
          </a:p>
          <a:p>
            <a:r>
              <a:rPr lang="en-US" dirty="0"/>
              <a:t>Enable reviewing</a:t>
            </a:r>
          </a:p>
          <a:p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1368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0195-043C-BBD4-2221-84F29CA2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next sprint?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DCA9A-9A89-3EB9-BB59-3AA376C06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Hopefully can we finish the implementation till the next sprint!</a:t>
            </a:r>
          </a:p>
        </p:txBody>
      </p:sp>
    </p:spTree>
    <p:extLst>
      <p:ext uri="{BB962C8B-B14F-4D97-AF65-F5344CB8AC3E}">
        <p14:creationId xmlns:p14="http://schemas.microsoft.com/office/powerpoint/2010/main" val="1979947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Widescreen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Group Meeting</vt:lpstr>
      <vt:lpstr>Agenda</vt:lpstr>
      <vt:lpstr>Explain your code &amp; implementation idea</vt:lpstr>
      <vt:lpstr>What can we do to enhance connection among code parts</vt:lpstr>
      <vt:lpstr>What was good</vt:lpstr>
      <vt:lpstr>Places of improvement?</vt:lpstr>
      <vt:lpstr>Plan for next sprint?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Qifan Wu</dc:creator>
  <cp:lastModifiedBy>Qifan Wu</cp:lastModifiedBy>
  <cp:revision>1</cp:revision>
  <dcterms:created xsi:type="dcterms:W3CDTF">2026-05-17T17:01:02Z</dcterms:created>
  <dcterms:modified xsi:type="dcterms:W3CDTF">2026-05-17T17:01:02Z</dcterms:modified>
</cp:coreProperties>
</file>